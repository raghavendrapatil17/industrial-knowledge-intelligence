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tech. A plant runs 7-12 disconnected document systems; when something fails the answer is scattered and nobody cross-references it. We built a system that reads all of it, links it, and answers any engineer in seconds — and keeps that knowledge when the senior engineer retires.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these four numbers. 35% and 25% are the money stats — time lost now, knowledge lost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'another RAG chatbot'. The golden thread proves cross-document linking is real, not hoped-for.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human line: when the senior engineer retires, the knowledge doesn't retire with them.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554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STATEMENT #8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Asset &amp; Operations Brain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 reads every plant document — drawings, work orders, near-misses, </a:t>
            </a:r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— links it, and answers any engineer in seconds with cited, trustworthy answers.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raghupatil9036</a:t>
            </a:r>
            <a:pPr indent="0" marL="0"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Raghavendra S Patil   ·   Pallavi 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Industrial Knowledge Intelligence  ·  NLP / RAG / Knowledge Graph / LLM 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fragments faster than plants can capture 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9611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engineer's time is lost searching for information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2024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8503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plant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6616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NASSCOM–EY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18–22%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7395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that fragmentation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5508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684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5256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6287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experienced engineers retire within a decade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exists. The intelligence layer that connects it does not — that is what we built.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TOOLS FAIL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finds documents. Engineers need answers.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systems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work orders, procedures and inspections each live in their own system. No tool spans them.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cross-linking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7448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pump appears in five documents that were never connected — so the full failure story is invisible.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74736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94776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4776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94776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cliff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94776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senior engineers know is undocumented. When they retire, it is gone and cannot be recovered.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“Data present, but unacted upon.”</a:t>
            </a:r>
            <a:pPr indent="0" marL="0"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pattern behind repeated industrial incidents.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graph. Five specialist agents.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graph powers all five — one brain, many lenses.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Knowledge Graph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50976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PDF, spreadsheets &amp; email; extracts entities; links into a live graph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6552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8072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Copilot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27448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Q&amp;A with cited, confidence-scored answers in ~10 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85632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RCA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03920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health, failure timeline, root cause &amp; predictive actions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Intelligence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50976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/ Factory Act / PESO coverage matrix with gap detection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16552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48072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727448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failure patterns across the plant's whole history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93024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03920" y="4882896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Platform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503920" y="5385816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ingest · grounded answers · audit trail · Asset 360 · voice · command palette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·  TECHNICAL EXCELLENCE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link, retrieve, cite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sheets · email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6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97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9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chunk · 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55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+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01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12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04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04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graph traversal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593592"/>
            <a:ext cx="0" cy="384048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" y="406908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source sentence, with a confidence score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976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6177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links, visualised and explorable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web + mobile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753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RCA · compliance · lessons · overview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rank-bm25 · networkx · offline extractive fallback + LLM circuit-breaker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·  INNOVATION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PDF chatbot — a linked operations brain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thread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equipment tag — PUMP-204 — physically linked across every document type that mentions it: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H="1" flipV="1">
            <a:off x="1463040" y="4114800"/>
            <a:ext cx="192024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280160" y="4754880"/>
            <a:ext cx="210312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291840" y="4754880"/>
            <a:ext cx="91440" cy="9601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4754880"/>
            <a:ext cx="192024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383280" y="4114800"/>
            <a:ext cx="205740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'19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88920" y="55504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55504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3776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proc.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80360" y="4434840"/>
            <a:ext cx="1005840" cy="640080"/>
          </a:xfrm>
          <a:prstGeom prst="ellipse">
            <a:avLst/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8036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PUMP-204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210312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66560" y="251460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30428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reasoning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315200" y="2706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assembles the full story lexical search alone would miss.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0" y="342900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384048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6301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sentence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7315200" y="40325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the exact supporting sentence in the source — not just the file.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92240" y="475488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66560" y="516636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9560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self-updating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7315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any format — PDF, spreadsheet or email — and it's entity-extracted, linked, and queryable instantly.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 ·  TECHNICAL EXCELLENCE +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domain-expert benchmark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044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time-to-answer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D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0936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coverage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0684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5256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C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9828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one graph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972800" cy="2331720"/>
          </a:xfrm>
          <a:prstGeom prst="roundRect">
            <a:avLst>
              <a:gd name="adj" fmla="val 352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58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 vs. today's keyword search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system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1" name="Shape 19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11109960" y="4681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394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49040" y="541324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49040" y="5413248"/>
            <a:ext cx="4839919" cy="457200"/>
          </a:xfrm>
          <a:prstGeom prst="roundRect">
            <a:avLst>
              <a:gd name="adj" fmla="val 12000"/>
            </a:avLst>
          </a:prstGeom>
          <a:solidFill>
            <a:srgbClr val="63707E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9960" y="54132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12 expert questions. We also answer in ~10 ms vs. hours of manual search across 7–12 systems.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ROADMAP  ·  SCALABILITY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any asset-heavy sector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refinery, a data centre, or a power plant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rebuilds itself from their documents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— the pipeline is content-driven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8304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on the same graph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18304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sensor / SCADA fusion into the graph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 computer-vision digitisation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Multi-plant, multi-language field access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74736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85632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85632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deployment · REST API · Swagger docs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automated tests · structured logging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+ LLM circuit-breaker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judging criterion, covered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41448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14884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214884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knowledge graph + graph-augmented retrieval — not plain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300984"/>
            <a:ext cx="164592" cy="164592"/>
          </a:xfrm>
          <a:prstGeom prst="ellipse">
            <a:avLst/>
          </a:prstGeom>
          <a:solidFill>
            <a:srgbClr val="4CC9F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00837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3008376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the 35% search-time and 18–22% downtime losses; captures retiring knowledge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67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160520"/>
            <a:ext cx="164592" cy="164592"/>
          </a:xfrm>
          <a:prstGeom prst="ellipse">
            <a:avLst/>
          </a:prstGeom>
          <a:solidFill>
            <a:srgbClr val="46D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86791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3867912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retrieval, grounded citations, benchmark, tests, Docker, resilience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5020056"/>
            <a:ext cx="164592" cy="164592"/>
          </a:xfrm>
          <a:prstGeom prst="ellipse">
            <a:avLst/>
          </a:prstGeom>
          <a:solidFill>
            <a:srgbClr val="F4C04A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160" y="472744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4727448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 pipeline — same brain for any asset-heavy sector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58698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5879592"/>
            <a:ext cx="164592" cy="164592"/>
          </a:xfrm>
          <a:prstGeom prst="ellipse">
            <a:avLst/>
          </a:prstGeom>
          <a:solidFill>
            <a:srgbClr val="FF8C5F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55869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5586984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UI, clickable citations, voice, command palette, mobile-ready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74520"/>
            <a:ext cx="960120" cy="960120"/>
          </a:xfrm>
          <a:prstGeom prst="roundRect">
            <a:avLst>
              <a:gd name="adj" fmla="val 15238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874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stays — even when the engineer retires.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  ·  Unified Asset &amp; Operations Brain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(public GitHub + README)  ·  live demo  ·  </a:t>
            </a:r>
            <a:pPr indent="0" marL="0">
              <a:buNone/>
            </a:pPr>
            <a:r>
              <a:rPr lang="en-US" sz="1300" b="1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during the hackathon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Knowledge Intelligence</dc:title>
  <dc:subject>PptxGenJS Presentation</dc:subject>
  <dc:creator>ET AI Hackathon Team</dc:creator>
  <cp:lastModifiedBy>ET AI Hackathon Team</cp:lastModifiedBy>
  <cp:revision>1</cp:revision>
  <dcterms:created xsi:type="dcterms:W3CDTF">2026-07-02T13:22:50Z</dcterms:created>
  <dcterms:modified xsi:type="dcterms:W3CDTF">2026-07-02T13:22:50Z</dcterms:modified>
</cp:coreProperties>
</file>